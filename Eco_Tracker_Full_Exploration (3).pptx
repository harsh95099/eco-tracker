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 TRACKER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walkthrough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4008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A3D"/>
                </a:solidFill>
              </a:rPr>
              <a:t>Eco Tracker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3441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5B"/>
                </a:solidFill>
              </a:rPr>
              <a:t>Product Walkthrough &amp; Functional Exploration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" y="18745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F3545"/>
                </a:solidFill>
              </a:rPr>
              <a:t>A screen-by-screen analysis of the current Streamlit interface, user journey, data model, calculations, validation, and next-step architecture.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3063240"/>
            <a:ext cx="2468880" cy="310896"/>
          </a:xfrm>
          <a:prstGeom prst="roundRect">
            <a:avLst>
              <a:gd name="adj" fmla="val 20588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12724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EAE"/>
                </a:solidFill>
              </a:rPr>
              <a:t>Based on supplied UI screenshots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46520" y="566928"/>
            <a:ext cx="50749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pic>
        <p:nvPicPr>
          <p:cNvPr id="9" name="Image 0" descr="/mnt/data/Screenshot 2026-09-15 1105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2" y="594360"/>
            <a:ext cx="5020056" cy="3739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44074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Dashboard — September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46520" y="464515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56832" y="4818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B41"/>
                </a:solidFill>
              </a:rPr>
              <a:t>Core idea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4773168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Capture everyday activities → estimate CO₂e → compare against a monthly budget → learn from history.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B8496"/>
                </a:solidFill>
              </a:rPr>
              <a:t>Important: where behavior is not visible in the screenshots, this deck labels it as an inference or recommended implementation.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1. What the product is designed to 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The screenshots show a small personal carbon-tracking workflow centered on activities, monthly budgets, and history.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PRODUCT MAP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64008" cy="14173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7393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Capture activity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121408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User records a date, activity type, category, amount in the displayed unit, and an optional description.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645920"/>
            <a:ext cx="64008" cy="141732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77393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Understand impact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07992" y="2121408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Dashboard summarizes total emissions and breaks results down by category.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645920"/>
            <a:ext cx="64008" cy="14173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177393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Control a budget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11312" y="2121408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A monthly CO₂e target can be set and then compared with actual usage.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337560"/>
            <a:ext cx="64008" cy="14630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465576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Target user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4672" y="3813048"/>
            <a:ext cx="5056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A person who wants a lightweight, repeatable way to understand the carbon impact of everyday activities without using a complex reporting system.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199632" y="3337560"/>
            <a:ext cx="53675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3337560"/>
            <a:ext cx="64008" cy="146304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346557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Current evidence from UI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64224" y="381304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The app already exposes three main pages — Log Activity, Dashboard, and History — plus sidebar controls for viewing month and monthly budget.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1965960" y="5166360"/>
            <a:ext cx="8183880" cy="566928"/>
          </a:xfrm>
          <a:prstGeom prst="roundRect">
            <a:avLst>
              <a:gd name="adj" fmla="val 11290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5257800"/>
            <a:ext cx="7927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5B41"/>
                </a:solidFill>
              </a:rPr>
              <a:t>Primary value loop: log → calculate → compare → review → change behavior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2. Application structure &amp; navigation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The information architecture is intentionally small, which is good for a beginner-friendly Streamlit project.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NAVIGATION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429000" cy="4343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pic>
        <p:nvPicPr>
          <p:cNvPr id="7" name="Image 0" descr="/mnt/data/Screenshot 2026-09-15 1106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36192"/>
            <a:ext cx="3374136" cy="4288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978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Sidebar controls shown in the screenshots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0" y="1737360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FFF0F0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19202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D"/>
                </a:solidFill>
              </a:rPr>
              <a:t>Log Activity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65392" y="2048256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086600" y="1737360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EAF6F0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78040" y="19202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D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79992" y="2048256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601200" y="1737360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0" y="19202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D"/>
                </a:solidFill>
              </a:rPr>
              <a:t>History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0" y="2834640"/>
            <a:ext cx="6995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0" y="2834640"/>
            <a:ext cx="64008" cy="11430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6592" y="2962656"/>
            <a:ext cx="670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Sidebar responsibility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736592" y="3310128"/>
            <a:ext cx="670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Viewing Month and Monthly Budget affect what the main pages display. The sidebar therefore behaves like global app state.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572000" y="4206240"/>
            <a:ext cx="6995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0" y="4206240"/>
            <a:ext cx="64008" cy="114300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4334256"/>
            <a:ext cx="670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Navigation responsibility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736592" y="4681728"/>
            <a:ext cx="670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Page navigation is separate from the user’s month and budget controls, making the main journey easy to understand.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B8496"/>
                </a:solidFill>
              </a:rPr>
              <a:t>Inference: exact navigation implementation (tabs, pages, or session state) is not visible in the screenshots.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3. Log Activity — the main data-entry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This page is the source of the activity records used everywhere else in the app.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PAGE DEEP DIVE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85216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pic>
        <p:nvPicPr>
          <p:cNvPr id="7" name="Image 0" descr="/mnt/data/Screenshot 2026-09-15 1104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5797296" cy="4288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571500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Supplied screenshot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766560" y="1371600"/>
            <a:ext cx="4800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1371600"/>
            <a:ext cx="64008" cy="8412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1152" y="149961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Date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31152" y="1847088"/>
            <a:ext cx="4507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Default shows 2026/09/15. This identifies the month and reporting period for the activity.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6766560" y="2331720"/>
            <a:ext cx="4800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2331720"/>
            <a:ext cx="64008" cy="841248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245973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Activity Type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31152" y="2807208"/>
            <a:ext cx="4507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Example shown: Car. This likely selects the activity/emission factor family.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766560" y="3291840"/>
            <a:ext cx="4800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0" y="3291840"/>
            <a:ext cx="64008" cy="84124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341985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Category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931152" y="3767328"/>
            <a:ext cx="4507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Example shown: Transportation. This powers category-based aggregation on the dashboard.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766560" y="4251960"/>
            <a:ext cx="4800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0" y="4251960"/>
            <a:ext cx="64008" cy="8412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31152" y="437997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Amount (km)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931152" y="4727448"/>
            <a:ext cx="4507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The current example is distance-based, so the unit appears directly in the field label.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766560" y="521208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66560" y="5212080"/>
            <a:ext cx="64008" cy="68580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31152" y="534009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Description (optional)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931152" y="5687568"/>
            <a:ext cx="4507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Free text such as “Morning commute to work” adds context without being required.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B8496"/>
                </a:solidFill>
              </a:rPr>
              <a:t>The screenshot supports the fields above. It does not show the complete list of activity types, categories, or emission factors.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4. Dashboard — turn activity into a monthly 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The dashboard is the interpretation layer: it converts individual logs into a compact monthly view.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PAGE DEEP DIVE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635508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pic>
        <p:nvPicPr>
          <p:cNvPr id="7" name="Image 0" descr="/mnt/data/Screenshot 2026-09-15 1105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80744"/>
            <a:ext cx="6300216" cy="44714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925312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Supplied dashboard screenshot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132320" y="1389888"/>
            <a:ext cx="4434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0" y="1389888"/>
            <a:ext cx="64008" cy="8229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96912" y="1517904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Total Emissions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296912" y="1865376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Primary KPI. The screenshot shows 0.00 kg CO₂e when no activity is logged.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7132320" y="2331720"/>
            <a:ext cx="4434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0" y="2331720"/>
            <a:ext cx="64008" cy="82296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96912" y="2459736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Remaining Budget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296912" y="2807208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Shows what is left against the monthly target; the screenshot displays “—” when no budget is set.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7132320" y="3273552"/>
            <a:ext cx="4434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0" y="3273552"/>
            <a:ext cx="64008" cy="82296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96912" y="340156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Budget Used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296912" y="3749040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Companion KPI for budget consumption. The screenshot also shows “—” before a budget is configured.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7132320" y="4215384"/>
            <a:ext cx="4434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0" y="4215384"/>
            <a:ext cx="64008" cy="8229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96912" y="434340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Category Breakdown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296912" y="4690872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A visual/summary area intended to show how emissions are distributed across categories.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7132320" y="5157216"/>
            <a:ext cx="4434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32320" y="5157216"/>
            <a:ext cx="64008" cy="59436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96912" y="528523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Personalised Tip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7296912" y="5632704"/>
            <a:ext cx="41422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The UI includes a dedicated tip area for user-specific guidance.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5. History — audit the activity log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History is the traceability layer. The supplied state shows the empty state before any activity has been logged.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PAGE DEEP DIVE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67665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pic>
        <p:nvPicPr>
          <p:cNvPr id="7" name="Image 0" descr="/mnt/data/Screenshot 2026-09-15 1105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44752"/>
            <a:ext cx="6711696" cy="19568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47472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Supplied history screenshot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635240" y="144475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35240" y="1444752"/>
            <a:ext cx="64008" cy="9601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99832" y="157276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Current state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99832" y="192024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“No activities logged yet.” This is a correct empty-state message and prevents a blank page from feeling broken.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7635240" y="258775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35240" y="2587752"/>
            <a:ext cx="64008" cy="96012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99832" y="271576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Expected purpose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99832" y="306324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Review what was entered, when it was entered, and how it contributed to the monthly picture.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594360" y="37490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3749040"/>
            <a:ext cx="64008" cy="128016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387705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Recommended columns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58952" y="422452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Date • Activity • Category • Amount • CO₂e • Description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4315968" y="37490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15968" y="3749040"/>
            <a:ext cx="64008" cy="128016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80560" y="387705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Recommended actions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480560" y="422452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Edit • Delete • Filter by month/category • Sort by date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8046720" y="37490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0" y="3749040"/>
            <a:ext cx="64008" cy="12801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11312" y="387705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Why it matters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211312" y="422452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History makes the dashboard explainable: every aggregate should trace back to individual records.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B8496"/>
                </a:solidFill>
              </a:rPr>
              <a:t>Recommended history capabilities are not visible in the supplied screenshot; they are proposed product improvements.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6. Sidebar settings — month selection &amp; monthly budget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The sidebar controls the reporting context used across the application.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GLOBAL STATE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794760" cy="42519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pic>
        <p:nvPicPr>
          <p:cNvPr id="7" name="Image 0" descr="/mnt/data/Screenshot 2026-09-15 1106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44752"/>
            <a:ext cx="3739896" cy="41970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57150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Supplied sidebar screenshot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417320"/>
            <a:ext cx="64008" cy="117043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8032" y="154533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Viewing Month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28032" y="1892808"/>
            <a:ext cx="2953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Year selector + month selector. This controls which month the dashboard/history are focused on.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8138160" y="141732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0" y="1417320"/>
            <a:ext cx="64008" cy="117043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154533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Monthly Budget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302752" y="1892808"/>
            <a:ext cx="2953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Target CO₂e budget in kilograms. Example shown: 100.0 kg.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4663440" y="2770632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2770632"/>
            <a:ext cx="64008" cy="1170432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8032" y="289864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Set Budget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828032" y="3246120"/>
            <a:ext cx="2953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An explicit button indicates the user confirms the target rather than changing it silently.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8138160" y="2770632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38160" y="2770632"/>
            <a:ext cx="64008" cy="117043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02752" y="289864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Empty state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302752" y="3246120"/>
            <a:ext cx="2953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“No budget set yet.” clearly communicates why budget KPIs are not populated.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4800600" y="4343400"/>
            <a:ext cx="6355080" cy="566928"/>
          </a:xfrm>
          <a:prstGeom prst="roundRect">
            <a:avLst>
              <a:gd name="adj" fmla="val 1129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28616" y="4434840"/>
            <a:ext cx="6099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5EAE"/>
                </a:solidFill>
              </a:rPr>
              <a:t>Design principle: reporting context should be stable while the user moves between pages.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B8496"/>
                </a:solidFill>
              </a:rPr>
              <a:t>The screenshots show the budget input and empty state, but not persistence behavior after “Set Budget”.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7. End-to-end user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 good demo should follow the same mental model a real user would use.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WORKFLOW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1810512"/>
            <a:ext cx="658368" cy="6583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1975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0664" y="2651760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Choose month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" y="309981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F3545"/>
                </a:solidFill>
              </a:rPr>
              <a:t>Select year + month in the sidebar.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2587752" y="2743200"/>
            <a:ext cx="31089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98648" y="160020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0F7F3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7016" y="1810512"/>
            <a:ext cx="658368" cy="6583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7016" y="1975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44952" y="2651760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Set budget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63240" y="309981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F3545"/>
                </a:solidFill>
              </a:rPr>
              <a:t>Enter a monthly CO₂e target and confirm it.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892040" y="2743200"/>
            <a:ext cx="31089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02936" y="160020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61304" y="1810512"/>
            <a:ext cx="658368" cy="658368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1304" y="1975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2651760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Log activity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67528" y="309981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F3545"/>
                </a:solidFill>
              </a:rPr>
              <a:t>Enter date, activity type, category, amount, and optional description.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7196328" y="2743200"/>
            <a:ext cx="31089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07224" y="160020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0F7F3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65592" y="1810512"/>
            <a:ext cx="658368" cy="6583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5592" y="1975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53528" y="2651760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View dashboard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671816" y="309981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F3545"/>
                </a:solidFill>
              </a:rPr>
              <a:t>See total emissions, budget status, category breakdown, and tips.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9500616" y="2743200"/>
            <a:ext cx="31089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11512" y="160020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69880" y="1810512"/>
            <a:ext cx="658368" cy="6583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69880" y="19751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57816" y="2651760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Review history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976104" y="309981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2F3545"/>
                </a:solidFill>
              </a:rPr>
              <a:t>Audit the individual entries that produced the monthly totals.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1920240" y="4617720"/>
            <a:ext cx="8275320" cy="685800"/>
          </a:xfrm>
          <a:prstGeom prst="roundRect">
            <a:avLst>
              <a:gd name="adj" fmla="val 9333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8256" y="4709160"/>
            <a:ext cx="8019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5B41"/>
                </a:solidFill>
              </a:rPr>
              <a:t>Best demo moment: after adding one activity, return to Dashboard and show the KPI/category changes.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8. Data model behind the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This is a recommended conceptual model inferred from the fields visible in the UI.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RECOMMENDED MODEL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64008" cy="25603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3677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Activity record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1984248"/>
            <a:ext cx="31821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activity_id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date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activity_type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category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amount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unit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description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co2e_kg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created_at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70832" y="150876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508760"/>
            <a:ext cx="64008" cy="25603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63677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Monthly budget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1984248"/>
            <a:ext cx="31821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budget_id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year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month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target_co2e_kg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set_at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101584" y="150876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508760"/>
            <a:ext cx="64008" cy="256032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63677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App/reporting state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66176" y="1984248"/>
            <a:ext cx="31821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selected_year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selected_month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active_page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selected budget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user preferences (optional)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A3D"/>
                </a:solidFill>
              </a:rPr>
              <a:t>Key relationship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8280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F3545"/>
                </a:solidFill>
              </a:rPr>
              <a:t>Activities belong to a reporting month; the dashboard aggregates their CO₂e values and compares the total with the month’s target budget.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B8496"/>
                </a:solidFill>
              </a:rPr>
              <a:t>This model is a design proposal. The screenshots do not reveal the actual storage schema.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9. Emissions calculation logic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The screens expose the inputs and outputs, but not the calculation formula. The following is the standard implementation pattern recommended for this product.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CALCULATION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74520" y="1572768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02536" y="1664208"/>
            <a:ext cx="8156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5B41"/>
                </a:solidFill>
              </a:rPr>
              <a:t>Activity amount × emission factor = estimated CO₂e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97480"/>
            <a:ext cx="64008" cy="13716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2549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Input 1 — amount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317296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Example from UI: 12.5 km driven.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370832" y="26974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2697480"/>
            <a:ext cx="64008" cy="137160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82549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Input 2 — factor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35424" y="317296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Factor should come from a maintained activity/emission-factor table.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101584" y="26974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2697480"/>
            <a:ext cx="64008" cy="13716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282549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Output — CO₂e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66176" y="317296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Store the calculated kg CO₂e on the activity record so history remains auditable.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40080" y="437083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370832"/>
            <a:ext cx="64008" cy="10515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498848"/>
            <a:ext cx="10588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Example (illustrative only)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4846320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If a selected activity had a factor of 0.17 kg CO₂e/km, then 12.5 km × 0.17 = 2.125 kg CO₂e. The factor is only an example here — it is not shown in the screenshots.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B8496"/>
                </a:solidFill>
              </a:rPr>
              <a:t>Recommended implementation: keep factors in data, not hard-coded into page widgets, so factors can be updated without rewriting the UI.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10. Validation &amp; edge cases the app should handle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These rules make the dashboard trustworthy rather than merely functional.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QUALITY CHECK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64008" cy="1298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4533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Input validation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1892808"/>
            <a:ext cx="32278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Date must be valid; amount should be numeric and non-negative; required selectors must have a value; descriptions should be trimmed.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52544" y="141732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2544" y="1417320"/>
            <a:ext cx="64008" cy="129844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54533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Budget validation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17136" y="1892808"/>
            <a:ext cx="32278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Target budget should be numeric and greater than zero before “Set Budget” succeeds.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065008" y="141732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1417320"/>
            <a:ext cx="64008" cy="1298448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54533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Consistency checks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0" y="1892808"/>
            <a:ext cx="32278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Activity type, category, and unit should match an allowed combination. Example: a distance-based record should not silently accept a weight unit.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71800"/>
            <a:ext cx="64008" cy="141732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099816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Empty &amp; boundary states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4672" y="3447288"/>
            <a:ext cx="5056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No activities • no budget • first activity • very large amount • month with zero activity • switching months with no data.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199632" y="2971800"/>
            <a:ext cx="538581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2971800"/>
            <a:ext cx="64008" cy="141732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3099816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Error handling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64224" y="3447288"/>
            <a:ext cx="5093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Show a clear inline message, do not save invalid records, preserve valid inputs when possible, and avoid a broken dashboard state.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1325880" y="5074920"/>
            <a:ext cx="9509760" cy="658368"/>
          </a:xfrm>
          <a:prstGeom prst="roundRect">
            <a:avLst>
              <a:gd name="adj" fmla="val 9722"/>
            </a:avLst>
          </a:prstGeom>
          <a:solidFill>
            <a:srgbClr val="FFF7D8"/>
          </a:solidFill>
          <a:ln w="12700">
            <a:solidFill>
              <a:srgbClr val="FFF7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5166360"/>
            <a:ext cx="9253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17600"/>
                </a:solidFill>
              </a:rPr>
              <a:t>Trust rule: every number on the dashboard should be reproducible from saved activity records + the selected budget.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11. UX assessment — what is already strong, and what to improve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The screenshots suggest a simple, clean beginner project with a clear path from entry to reporting.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UX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453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Strengths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1892808"/>
            <a:ext cx="31821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Clear three-page structure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Strong empty-state messages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Monthly reporting context is visible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Budget is separated from activity entry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Dashboard puts the key KPI first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370832" y="14173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417320"/>
            <a:ext cx="64008" cy="18288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5453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Improve next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1892808"/>
            <a:ext cx="31821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Make units dynamic by activity type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Show saved/updated confirmation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Add edit/delete to history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Expose exact CO₂e for each activity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Add budget progress % / visual meter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101584" y="14173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17320"/>
            <a:ext cx="64008" cy="1828800"/>
          </a:xfrm>
          <a:prstGeom prst="rect">
            <a:avLst/>
          </a:prstGeom>
          <a:solidFill>
            <a:srgbClr val="0F5EAE"/>
          </a:solidFill>
          <a:ln w="12700">
            <a:solidFill>
              <a:srgbClr val="0F5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5453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Make it more explanatory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66176" y="1892808"/>
            <a:ext cx="31821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Add a small “How calculated?” help link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Show the factor/source behind each estimate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Explain why budget is “—”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Make category colors/labels consistent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• Add a first-use onboarding hint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1325880" y="3886200"/>
            <a:ext cx="9509760" cy="731520"/>
          </a:xfrm>
          <a:prstGeom prst="roundRect">
            <a:avLst>
              <a:gd name="adj" fmla="val 8750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53896" y="3977640"/>
            <a:ext cx="9253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5B41"/>
                </a:solidFill>
              </a:rPr>
              <a:t>The strongest next upgrade is explainability: users should understand not only the number, but where the number came from.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12. Recommended technical architecture for a beginner Streamlit build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 small layered design keeps the project easy to learn and easy to extend.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EAF6F0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72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Streamlit UI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80360" y="157276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pages, sidebar, forms, charts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2002536"/>
            <a:ext cx="0" cy="25603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2258568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140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Application services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80360" y="241401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log activity, set budget, query month, build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2843784"/>
            <a:ext cx="0" cy="25603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3099816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EEF4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552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Carbon calculator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80360" y="325526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validate activity → select factor → calculate kg CO₂e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34840" y="3685032"/>
            <a:ext cx="0" cy="25603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3941064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096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Data layer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80360" y="409651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SQLite or CSV for a small single-user project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34840" y="4526280"/>
            <a:ext cx="0" cy="25603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" y="4782312"/>
            <a:ext cx="7315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9377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Reference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880360" y="493776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activity types, categories, units, emission factors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49640" y="141732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49640" y="1417320"/>
            <a:ext cx="64008" cy="21488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14232" y="154533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Why this structure works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714232" y="1892808"/>
            <a:ext cx="27249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Pages stay focused on presentation. Business rules stay testable. Storage can change later without redesigning the UI.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549640" y="374904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D9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49640" y="3749040"/>
            <a:ext cx="64008" cy="155448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14232" y="387705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2A3D"/>
                </a:solidFill>
              </a:rPr>
              <a:t>Suggested first milestone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714232" y="4224528"/>
            <a:ext cx="2724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F3545"/>
                </a:solidFill>
              </a:rPr>
              <a:t>Make one complete path work end-to-end: set budget → log one car trip → calculate CO₂e → show dashboard KPI → show history row.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B8496"/>
                </a:solidFill>
              </a:rPr>
              <a:t>Recommended architecture only; the screenshots do not expose the codebase or storage technology.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A3D"/>
                </a:solidFill>
              </a:rPr>
              <a:t>13. Presentation / demo script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Use this 2–3 minute sequence to explain the project clearly to a teacher, reviewer, or client.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2984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B"/>
                </a:solidFill>
              </a:rPr>
              <a:t>DEMO SCRIPT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38988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</a:rPr>
              <a:t>0:00–0:20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353312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A3D"/>
                </a:solidFill>
              </a:rPr>
              <a:t>Introduce the problem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86200" y="135331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“Eco Tracker turns everyday activities into an easy monthly carbon picture.”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106527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</a:rPr>
              <a:t>0:20–0:55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112264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A3D"/>
                </a:solidFill>
              </a:rPr>
              <a:t>Show sidebar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86200" y="211226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Choose September 2026, explain the reporting month, then show the monthly budget concept.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679192"/>
            <a:ext cx="106527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0779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</a:rPr>
              <a:t>0:55–1:30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871216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A3D"/>
                </a:solidFill>
              </a:rPr>
              <a:t>Log an activity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86200" y="287121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Enter a car trip: date, activity type, transportation category, distance, and a short description.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438144"/>
            <a:ext cx="106527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6674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</a:rPr>
              <a:t>1:30–2:05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363016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A3D"/>
                </a:solidFill>
              </a:rPr>
              <a:t>Open Dashboard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86200" y="363016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Point to Total Emissions, Remaining Budget, Budget Used, Category Breakdown, and the personalised tip.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197096"/>
            <a:ext cx="106527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256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</a:rPr>
              <a:t>2:05–2:30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438912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A3D"/>
                </a:solidFill>
              </a:rPr>
              <a:t>Open History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86200" y="438912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Explain that the dashboard is a summary, while History is the audit trail for individual records.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4956048"/>
            <a:ext cx="106527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1846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</a:rPr>
              <a:t>2:30–3:00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5148072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A3D"/>
                </a:solidFill>
              </a:rPr>
              <a:t>Close with architecture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86200" y="514807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3545"/>
                </a:solidFill>
              </a:rPr>
              <a:t>Mention the calculation engine, stored activity records, monthly budget, and future enhancements.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5715000"/>
            <a:ext cx="106527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A3D"/>
                </a:solidFill>
              </a:rPr>
              <a:t>Eco Tracker at a glance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49808" y="1389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</a:rPr>
              <a:t>A compact product with a clear core loop — ready to become a stronger carbon-awareness tool.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" y="2231136"/>
            <a:ext cx="347472" cy="34747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32257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221284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Capture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14600" y="22128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F3545"/>
                </a:solidFill>
              </a:rPr>
              <a:t>Activity records with date, type, category, amount, description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68096" y="2889504"/>
            <a:ext cx="347472" cy="34747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98094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98448" y="28712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Calculate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14600" y="287121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F3545"/>
                </a:solidFill>
              </a:rPr>
              <a:t>CO₂e from an activity amount and an emission factor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68096" y="3547872"/>
            <a:ext cx="347472" cy="34747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63931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98448" y="35295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Compare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14600" y="352958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F3545"/>
                </a:solidFill>
              </a:rPr>
              <a:t>Monthly target vs. actual emissions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68096" y="4206240"/>
            <a:ext cx="347472" cy="34747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297680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98448" y="41879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Explain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14600" y="41879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F3545"/>
                </a:solidFill>
              </a:rPr>
              <a:t>Dashboard categories + history + personalised guidance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68096" y="4864608"/>
            <a:ext cx="347472" cy="347472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95604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98448" y="48463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3D"/>
                </a:solidFill>
              </a:rPr>
              <a:t>Improve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514600" y="48463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F3545"/>
                </a:solidFill>
              </a:rPr>
              <a:t>Validation, edit/delete, factor transparency, better progress visuals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325880" y="5669280"/>
            <a:ext cx="9464040" cy="566928"/>
          </a:xfrm>
          <a:prstGeom prst="roundRect">
            <a:avLst>
              <a:gd name="adj" fmla="val 11290"/>
            </a:avLst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53896" y="5760720"/>
            <a:ext cx="9208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5B41"/>
                </a:solidFill>
              </a:rPr>
              <a:t>Recommended next build: make the first complete happy path fully functional, then add history actions and explainability.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7B8496"/>
                </a:solidFill>
              </a:rPr>
              <a:t>End of walkthrough. The deck distinguishes screenshot-supported observations from recommended design details.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 Tracker — Product Walkthrough &amp; Functional Exploration</dc:title>
  <dc:subject>Eco Tracker product walkthrough and functional exploration</dc:subject>
  <dc:creator>OpenAI</dc:creator>
  <cp:lastModifiedBy>OpenAI</cp:lastModifiedBy>
  <cp:revision>1</cp:revision>
  <dcterms:created xsi:type="dcterms:W3CDTF">2026-09-15T05:42:33Z</dcterms:created>
  <dcterms:modified xsi:type="dcterms:W3CDTF">2026-09-15T05:42:33Z</dcterms:modified>
</cp:coreProperties>
</file>